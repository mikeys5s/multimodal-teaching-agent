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1" r:id="rId12"/>
    <p:sldId id="262" r:id="rId13"/>
    <p:sldId id="263" r:id="rId14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1F4E79"/>
                </a:solidFill>
              </a:defRPr>
            </a:pPr>
            <a:r>
              <a:t>析知 XiZhi</a:t>
            </a:r>
          </a:p>
          <a:p>
            <a:pPr algn="ctr">
              <a:spcAft>
                <a:spcPts val="400"/>
              </a:spcAft>
              <a:defRPr sz="2500" b="0">
                <a:solidFill>
                  <a:srgbClr val="555555"/>
                </a:solidFill>
              </a:defRPr>
            </a:pPr>
            <a:r>
              <a:t>多模态教学智能体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把讲义和板书，变成可检索、可溯源、有依赖关系的知识骨架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再据此做苏格拉底式答疑 —— 别直接给答案，帮我搞懂我卡在哪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F4E79"/>
                </a:solidFill>
              </a:defRPr>
            </a:pPr>
            <a:r>
              <a:t>豆包战队  ·  粤港澳大湾区 AI Coding 创新大赛 · 方向一「AI + 教学管理助手」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设计思路与分工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四层架构 · 关键路径放在确定性算法上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**设计思路：四层，逐层收敛不确定性**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① 解析：PaddleOCR 本地 → 统一转 Markdown（**带页码锚点**，保证可溯源）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② 结构化：抽「章—节—知识点」三级骨架（**完整率与溯源覆盖率 100%**）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③ 图推理：构建前置依赖图 → **校验 / 环路剪枝 / 学习路径 / 卡点回溯**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④ 答疑：状态机驱动的苏格拉底式引导（提问 → 提示 → 讲解）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⭐ 一条贯穿始终的原则：AI 干粗活 + 人做裁决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解析与抽取交给模型（粗活）；**依赖图与学习路径是纯算法**（关键路径）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555555"/>
                </a:solidFill>
              </a:defRPr>
            </a:pPr>
            <a:r>
              <a:t>分工（三人，同属人工智能专业）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P1 解析工程：材料解析 / 知识点抽取 / **海报设计**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P2 数据与结构化：知识图谱 / 检索 / 校验体系 / **5 分钟演讲 PPT**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P3 前端与交互：界面 / 图谱可视化 / 学习路径 / **作品介绍 PPT / 视频**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实现过程中遇到的问题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★ 每一个都带「我们怎么发现的」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① 中文提问查英文材料：0% 命中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做了三版对照实验才定位（纯中文 0/6、纯英文 6/6、中英混合 6/6）⇒ **根因是跨语言，不是检索器**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② 依赖图会成环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而我们把「教学依赖图必须无环」当工程不变量 ⇒ 做成**零模型依赖**的校验器（可离线可复现）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③ 629 个知识点里 462 个是副本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第一反应是删。**但算了一下**：625 条边里 **506 条（81%）** 的端点在被删之列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⇒ 删了等于整张图重抽 ⇒ 改成**只标注、不删数据**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④ 答疑从第 2 轮起「静默失败」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HTTP 200 但 SSE **零字节**，看起来像「模型没产出」 ⇒ **真相藏在容器日志里**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⑤ 一个判据 bug 同时搞坏两处指标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缩写术语被判「不可读」 ⇒ **既压低标题覆盖率，又让检索把正确答案降权**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在线演示    http://120.77.177.171:8000</a:t>
            </a:r>
          </a:p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源码仓库    https://gitee.com/mikey_code/multimodal-teaching-agent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团队：豆包战队 · 深圳大学计算机与软件学院 · 人工智能专业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队员姓名：＿＿＿ · ＿＿＿ · ＿＿＿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交付物：在线链接 · 源码仓库 · Demo 视频 · 作品介绍 PPT · 5 分钟演讲 PPT · 海报 · 对话记录（199 轮）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在线演示    http://120.77.177.171:8000</a:t>
            </a:r>
          </a:p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源码仓库    https://gitee.com/mikey_code/multimodal-teaching-agent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团队：豆包战队 · 深圳大学计算机与软件学院 · 人工智能专业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队员姓名：＿＿＿ · ＿＿＿ · ＿＿＿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交付物：在线链接 · 源码仓库 · Demo 视频 · 作品介绍 PPT · 5 分钟演讲 PPT · 海报 · 对话记录（199 轮）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05840"/>
            <a:ext cx="877824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638544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E79"/>
                </a:solidFill>
              </a:defRPr>
            </a:pPr>
            <a:r>
              <a:t>① 知识图谱 —— 629 知识点 · 645 条边 · 环数 = 0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环数 0 是工程不变量，**可当场复跑**；原因环被剪除的边也有独立计数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05840"/>
            <a:ext cx="877824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638544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E79"/>
                </a:solidFill>
              </a:defRPr>
            </a:pPr>
            <a:r>
              <a:t>② 学习路径 —— 拥塞控制实测 4 步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FIFO 问题 → bit-by-bit 轮转 → 第一点观察 → work conserving；每步带理由 + 教材原文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05840"/>
            <a:ext cx="877824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638544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E79"/>
                </a:solidFill>
              </a:defRPr>
            </a:pPr>
            <a:r>
              <a:t>③ 多轮答疑 —— 三种硬规则一屏可见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首轮只反问不给答案 · **连续 2 次答不上 ⇒ 代码层强制降级直讲** · 超纲拒答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