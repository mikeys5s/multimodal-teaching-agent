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F4E79"/>
                </a:solidFill>
              </a:defRPr>
            </a:pPr>
            <a:r>
              <a:t>析知 XiZhi</a:t>
            </a:r>
          </a:p>
          <a:p>
            <a:pPr algn="ctr">
              <a:defRPr sz="2600">
                <a:solidFill>
                  <a:srgbClr val="555555"/>
                </a:solidFill>
              </a:defRPr>
            </a:pPr>
            <a:r>
              <a:t>多模态教学智能体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22222"/>
                </a:solidFill>
              </a:defRPr>
            </a:pPr>
            <a:r>
              <a:t>AI 预抽取 + 人工校验的知识点依赖图  ·  可解释的学习路径与卡点根因回溯</a:t>
            </a:r>
          </a:p>
          <a:p>
            <a:pPr algn="ctr">
              <a:defRPr sz="1300">
                <a:solidFill>
                  <a:srgbClr val="555555"/>
                </a:solidFill>
              </a:defRPr>
            </a:pPr>
            <a:r>
              <a:t>粤港澳大湾区 AI Coding 创新大赛  ·  方向一「AI + 教学管理助手」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作品简介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它解决的是学生的什么痛点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**痛点**：老师发一份讲义、拍一张板书，学生看不懂、做题卡住 —— 而「卡在哪」往往说不清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**析知做的**：把图文材料变成**可检索、可溯源、有依赖关系**的知识骨架，再据此做苏格拉底式答疑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**一句话口径**：**别直接给答案，帮我搞懂我卡在哪**</a:t>
            </a:r>
          </a:p>
          <a:p>
            <a:pPr>
              <a:spcAft>
                <a:spcPts val="700"/>
              </a:spcAft>
              <a:defRPr sz="1800">
                <a:solidFill>
                  <a:srgbClr val="C0392B"/>
                </a:solidFill>
              </a:defRPr>
            </a:pPr>
            <a:r>
              <a:t>⚠️ 本页不要写成功能列表 —— 要写成「学生的什么困境」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赛题方向对照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方向一「AI + 教学管理助手」· 手册五要素对照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作品简介 → 第 2 页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赛题方向 → 本页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AI 能力说明 → 第 4、8、10 页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技术方案 → 第 5、6 页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团队成员信息 → 第 11 页</a:t>
            </a:r>
          </a:p>
          <a:p>
            <a:pPr>
              <a:spcAft>
                <a:spcPts val="700"/>
              </a:spcAft>
              <a:defRPr sz="1700">
                <a:solidFill>
                  <a:srgbClr val="C0392B"/>
                </a:solidFill>
              </a:defRPr>
            </a:pPr>
            <a:r>
              <a:t>⚠️ 手册明写「禁止出现『我们来自不同专业』」—— 三人同属计软院人工智能专业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核心创新点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★ 全片最重要的一页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**AI 预抽取 + 人工校验的知识点依赖图构建**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**并首次把「教学依赖图必须无环」作为工程不变量强制保证**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据此生成**可解释的学习路径**与**卡点根因回溯**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555555"/>
                </a:solidFill>
              </a:defRPr>
            </a:pPr>
            <a:r>
              <a:t>**可当场验证**：图上 213 节点 / 229 边，**环数 = 0**</a:t>
            </a:r>
          </a:p>
          <a:p>
            <a:pPr>
              <a:spcAft>
                <a:spcPts val="700"/>
              </a:spcAft>
              <a:defRPr sz="1800">
                <a:solidFill>
                  <a:srgbClr val="555555"/>
                </a:solidFill>
              </a:defRPr>
            </a:pPr>
            <a:r>
              <a:t>**空白依据**：DeepTutor（3.44 万★）无依赖图；Marble（3849★）有依赖图但人工标注、不读材料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技术方案 · 架构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四层，其中两层零模型依赖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**① 解析**：PaddleOCR（本地）→ 统一转 Markdown（带页码锚点）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**② 结构化**：知识点三级结构（章 / 节 / 知识点），完整率与溯源覆盖率 **100%**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**③ 图推理 ⭐ 零模型依赖**：依赖图校验 / 环路剪枝 / 学习路径 / 卡点回溯 —— **纯标准库**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**④ 答疑**：状态机驱动的苏格拉底式引导（提问 → 提示 → 讲解）</a:t>
            </a:r>
          </a:p>
          <a:p>
            <a:pPr>
              <a:spcAft>
                <a:spcPts val="700"/>
              </a:spcAft>
              <a:defRPr sz="1700">
                <a:solidFill>
                  <a:srgbClr val="555555"/>
                </a:solidFill>
              </a:defRPr>
            </a:pPr>
            <a:r>
              <a:t>**关键路径放在确定性算法上，LLM 只做增强**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技术方案 · 校验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工程完整性的可视证据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**全链路复验 40 项断言**（`scripts/e2e-check.py`，4 层：路由 / API 契约 / 多轮答疑 / 近期改动）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**部署自检 6 项** —— 且**每次部署自动跑**（已接进 `deploy.sh`）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**依赖图环数 = 0**（工程不变量，可复跑）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**每条 hard 边带 reason + 材料原文引用**（理由完备率 100%）</a:t>
            </a:r>
          </a:p>
          <a:p>
            <a:pPr>
              <a:spcAft>
                <a:spcPts val="700"/>
              </a:spcAft>
              <a:defRPr sz="1700">
                <a:solidFill>
                  <a:srgbClr val="555555"/>
                </a:solidFill>
              </a:defRPr>
            </a:pPr>
            <a:r>
              <a:t>⭐ 校验不是「我们说测过了」，是「你也能跑一遍」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演示 · 依赖图与学习路径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真实数据：拥塞控制章节的 4 步路径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**FIFO 的问题 → bit-by-bit 轮转 → FQ 的第一点观察 → work conserving**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每条边都带**「不学懂 A 就读不通 B」的理由** + **教材原文引用**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**⭐ 有一条跨章边最强**：滑动窗口 → 慢启动的第二种场景 ——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   **教材原文自己写了「Recall how TCP's sliding window algorithm works」**</a:t>
            </a:r>
          </a:p>
          <a:p>
            <a:pPr>
              <a:spcAft>
                <a:spcPts val="700"/>
              </a:spcAft>
              <a:defRPr sz="1700">
                <a:solidFill>
                  <a:srgbClr val="555555"/>
                </a:solidFill>
              </a:defRPr>
            </a:pPr>
            <a:r>
              <a:t>（等于材料自己承认这是前置）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演示 · 多轮答疑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一页证明三条硬规则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**第 1 轮**  「先想一个问题…（不用急着答对）」          → **首轮绝不给答案**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**第 2 轮**  给出提示                                  → 提问 → 提示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**第 3 轮**  「**行，连续两次没答上，我直接讲**」        → **连续 2 次降级直讲（代码层强制）**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**第 4 轮**  「**材料里没有这个内容。我不答，不猜。**」  → **宁缺毋错 / 幻觉率 0**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>
                <a:solidFill>
                  <a:srgbClr val="555555"/>
                </a:solidFill>
              </a:defRPr>
            </a:pPr>
            <a:r>
              <a:t>状态机：S1_PROBE → S2_HINT1 → S4_EXPLAIN → CONFIRM（实测可见）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我们主动说三条不足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★ 这一页是差异化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**213 个知识点里 67 个是真重复**（最大一组 17 个成员）——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  **我们只做标注、不删数据**，文案写「**已合并显示**」 —— 而且**抽取器早先误把 483 处抽成副本的那个 bug，我们已经修了**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**629 / 629 = 100% 的知识点有可读标题**（补过一轮：原先 191 个没有的，用材料正文的**完整句**补上，**截断只在词边界断**）——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  **不造一个看起来像标题的东西**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**答疑正文会引英文原文**（溯源逐字引用），**中文解释与原文并列呈现**</a:t>
            </a:r>
          </a:p>
          <a:p>
            <a:pPr>
              <a:spcAft>
                <a:spcPts val="700"/>
              </a:spcAft>
              <a:defRPr sz="1600">
                <a:solidFill>
                  <a:srgbClr val="555555"/>
                </a:solidFill>
              </a:defRPr>
            </a:pPr>
            <a:r>
              <a:t>⇒ 我们宁可显示「不知道」，不显示「像知道」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AI 工具使用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用了多少 · 以及刻意不用的地方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**199 轮对话 / 12 天**（完整逐字记录随作品提交）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**⭐ 刻意不用 AI 的地方**：三个核心算法（依赖图校验 / 学习路径 / 卡点回溯）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  **全部纯标准库、零模型依赖** —— 代码注释原话：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  「**不调用任何模型** —— 这是 SPEC §4.8『LLM 移出关键路径』的具体落地」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**AI 干粗活 + 人做裁决**</a:t>
            </a:r>
          </a:p>
          <a:p>
            <a:pPr>
              <a:spcAft>
                <a:spcPts val="700"/>
              </a:spcAft>
              <a:defRPr sz="1700">
                <a:solidFill>
                  <a:srgbClr val="555555"/>
                </a:solidFill>
              </a:defRPr>
            </a:pPr>
            <a:r>
              <a:t>（我们不说「全自动抽取」）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团队成员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⚠️ 待补：真实姓名（见 docs/c-chapter-questions.md）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**P1 · 解析工程**    GitHub `DakerDack`  —— 材料解析 / 知识点抽取 / 依赖边候选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**P2 · 数据与结构化** GitHub `Mikeys5s`  —— 知识图谱 / 检索 / 校验体系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**P3 · 前端与交互**   GitHub `RyeYen`     —— 界面 / 交互 / 演示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555555"/>
                </a:solidFill>
              </a:defRPr>
            </a:pPr>
            <a:r>
              <a:t>三人同属**深圳大学计算机与软件学院 · 人工智能专业**</a:t>
            </a:r>
          </a:p>
          <a:p>
            <a:pPr>
              <a:spcAft>
                <a:spcPts val="700"/>
              </a:spcAft>
              <a:defRPr sz="1700">
                <a:solidFill>
                  <a:srgbClr val="C0392B"/>
                </a:solidFill>
              </a:defRPr>
            </a:pPr>
            <a:r>
              <a:t>⚠️ 手册禁止出现「我们来自不同专业」（跨专业加分不适用）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谢谢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在线链接 + 源码仓库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**在线演示**：http://120.77.177.171:8000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**源码仓库**：https://gitee.com/mikey_code/multimodal-teaching-agent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**交付物**：在线链接 · 源码仓库 · 3 分钟演示视频 · 作品介绍 PPT · LearnBuddy 对话记录</a:t>
            </a:r>
          </a:p>
          <a:p>
            <a:pPr>
              <a:spcAft>
                <a:spcPts val="700"/>
              </a:spcAft>
              <a:defRPr sz="1800">
                <a:solidFill>
                  <a:srgbClr val="555555"/>
                </a:solidFill>
              </a:defRPr>
            </a:pPr>
            <a:r>
              <a:t>（对话记录 199 轮，另附「按主题组织的索引」便于评审）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